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65263" y="1644030"/>
            <a:ext cx="30134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k6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288478" y="2482230"/>
            <a:ext cx="45670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Load Testing for Engineering Teams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14853" y="3259410"/>
            <a:ext cx="4714219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Testing | CI/CD Integration | Developer-Friendly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Grafana k6?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Open-source, developer-friendly load testing tool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testing API, web, and infrastructure reliability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minimal resource consumption for high-load testing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JavaScript-based scripting for easy test creation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and performance testing with spike, stress, and soak tests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performance testing with k6 Browser API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metrics collection and analysis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ready with Docker and Kubernetes support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Choose k6? (Part 1)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experience: Write tests in JavaScript, not XML or config files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efficient: Single-threaded, event-loop model written in Go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execution: Quick test runs ideal for CI/CD pipelines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Modularity: Reusable test scenarios across environments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Choose k6? (Part 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integration: Automate performance testing in your pipeline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Multi-platform: Test web, mobile, APIs, and cloud applications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monitoring: Integrates with Grafana, Prometheus, and InfluxDB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Scalability: Distributed testing for large-scale load simulation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35"/>
            <a:ext cx="7924800" cy="10941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48620"/>
            <a:ext cx="7924800" cy="10941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971404"/>
            <a:ext cx="7924800" cy="10941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5217988"/>
            <a:ext cx="7924800" cy="10941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540773"/>
            <a:ext cx="7924800" cy="10941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7863557"/>
            <a:ext cx="7924800" cy="10941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Types Supported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38200" y="1554435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Testing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38200" y="1988716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or ramping user load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2877220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 Testing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8200" y="3311500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Sudden extreme load increases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200" y="4200004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Testing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38200" y="4634285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high load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838200" y="5446588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Soak Testing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5880869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duration testing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838200" y="6769373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Testing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8200" y="7203653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load verification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838200" y="8092157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Tests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38200" y="8526438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browser automation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k6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tests: Use JavaScript or k6 Studio or convert OpenAPI specs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load: Define realistic load patterns (ramping, constant, etc.)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Execute: Run tests locally or in k6 Cloud at scale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Analyze: Real-time monitoring with metrics like response time, error rates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35"/>
            <a:ext cx="7924800" cy="10941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48620"/>
            <a:ext cx="7924800" cy="10941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971404"/>
            <a:ext cx="7924800" cy="10941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DevOps Stack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554435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1988716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Grafana, Prometheus, InfluxDB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38200" y="2877220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3311500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and Kubernetes ready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38200" y="4200004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634285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performance gates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(Part 1)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 with smoke tests before intensive load testing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everything: collect metrics and analyze system behavior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early: integrate performance testing into development workflow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Modularize configurations for reuse across environments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(Part 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realistic scenarios that mirror real user behavior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test environment resembles production infrastructure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performance regressions over absolute metrics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reusable test scenarios across multiple environments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with k6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k6: Simple CLI installation for local or cloud deployment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first test: Use JavaScript to define load patterns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tests locally: Execute immediately without infrastructure setup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cloud: Use k6 Cloud for distributed testing at scale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Collected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time: Min, max, average, and p95/p99 latency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Throughput: Requests per second and transactions per second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rates: Success/failure counts and error categorization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metrics: Application-specific measurements for deeper insights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Use Cases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Pre-release validation to identify performance bottlenecks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performance monitoring in production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planning and infrastructure scaling decisions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regression detection across code changes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35"/>
            <a:ext cx="7924800" cy="10560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10520"/>
            <a:ext cx="7924800" cy="10560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95204"/>
            <a:ext cx="7924800" cy="10560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k6 Advantages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554435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1950616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and microservices-ready architecture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38200" y="2839120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UX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3235300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scripting reduces learning curve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38200" y="4123804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519985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resource usage for high-load testing</a:t>
            </a:r>
            <a:endParaRPr lang="en-US" sz="11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to Production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testing: Start with smoke tests in development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validation: Run comprehensive tests in staging environment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monitoring: Continuous synthetic monitoring in production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improvement: Use insights to optimize performance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14" y="1804095"/>
            <a:ext cx="249589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54935" y="2581275"/>
            <a:ext cx="38341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improve your performance testing?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131753" y="3152775"/>
            <a:ext cx="2880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Grafana k6: https://grafana.com/oss/k6/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2025-11-30T10:18:09Z</dcterms:created>
  <dcterms:modified xsi:type="dcterms:W3CDTF">2025-11-30T10:18:09Z</dcterms:modified>
</cp:coreProperties>
</file>